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02496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41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72374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53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57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6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04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744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25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48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93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D3F7905-2176-4C33-9BCA-59A010B4B70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B122DCD-4A25-4F77-A557-AB2C71771CC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268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1061E-727C-7BF8-9D65-001C4C6D7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525564"/>
            <a:ext cx="8361229" cy="2098226"/>
          </a:xfrm>
        </p:spPr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Segurança na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2A0BF7-00DE-CFF4-0F10-6D8365D28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4" y="4127729"/>
            <a:ext cx="6831673" cy="1086237"/>
          </a:xfrm>
        </p:spPr>
        <p:txBody>
          <a:bodyPr>
            <a:normAutofit/>
          </a:bodyPr>
          <a:lstStyle/>
          <a:p>
            <a:r>
              <a:rPr lang="pt-BR" sz="3200" i="1" u="sng" dirty="0">
                <a:latin typeface="Bahnschrift Condensed" panose="020B0502040204020203" pitchFamily="34" charset="0"/>
              </a:rPr>
              <a:t>Como se proteger no mundo</a:t>
            </a:r>
            <a:r>
              <a:rPr lang="pt-BR" sz="3200" b="1" i="1" u="sng" dirty="0">
                <a:latin typeface="Bahnschrift Condensed" panose="020B0502040204020203" pitchFamily="34" charset="0"/>
              </a:rPr>
              <a:t> </a:t>
            </a:r>
            <a:r>
              <a:rPr lang="pt-BR" sz="3200" i="1" u="sng" dirty="0">
                <a:latin typeface="Bahnschrift Condensed" panose="020B0502040204020203" pitchFamily="34" charset="0"/>
              </a:rPr>
              <a:t>digital</a:t>
            </a:r>
          </a:p>
        </p:txBody>
      </p:sp>
    </p:spTree>
    <p:extLst>
      <p:ext uri="{BB962C8B-B14F-4D97-AF65-F5344CB8AC3E}">
        <p14:creationId xmlns:p14="http://schemas.microsoft.com/office/powerpoint/2010/main" val="171189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32563-25A4-4AB3-D486-6A414901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Sobre o Trabalho: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40224-ED75-F038-E284-73FB93D04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Neste trabalho, vamos falar sobre segurança na internet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Apresentaremos os principais riscos do mundo digital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Mostraremos como se proteger online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E daremos dicas para uma navegação segura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3B72F54E-3012-02EA-24B3-7CE35F62B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8026">
            <a:off x="10451616" y="425983"/>
            <a:ext cx="1042370" cy="112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0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81A22-EAEB-4184-AB84-0EB73C90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O que é segurança na internet?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D167A-8C1E-AC36-3F24-70BA6C1BF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Proteção de dados pessoais online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Cuidados ao navegar em sites e redes sociais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Evitar golpes, vírus e invasões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ABD53E02-A2B6-60AA-D731-8B4547C9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95" y="5942457"/>
            <a:ext cx="1525905" cy="9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7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E5856-F4C3-41A5-1B8B-DEFBC8CA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Principais riscos: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DFC5D0-3314-7CEB-92BC-B0DC89D3C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Adquirir Virus e malwares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Golpes por e-mail ou mensagens (</a:t>
            </a:r>
            <a:r>
              <a:rPr lang="pt-BR" dirty="0" err="1">
                <a:latin typeface="Artifakt Element" panose="020B0503050000020004" pitchFamily="34" charset="0"/>
                <a:ea typeface="Artifakt Element" panose="020B0503050000020004" pitchFamily="34" charset="0"/>
              </a:rPr>
              <a:t>Phishing</a:t>
            </a:r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)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Roubo de dados ou senhas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Fake News e links perigosos</a:t>
            </a:r>
          </a:p>
        </p:txBody>
      </p:sp>
      <p:pic>
        <p:nvPicPr>
          <p:cNvPr id="5" name="Imagem 4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84BFBF70-05B9-B646-FECA-CFEBCB186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7" b="5937"/>
          <a:stretch/>
        </p:blipFill>
        <p:spPr>
          <a:xfrm>
            <a:off x="8528713" y="2796514"/>
            <a:ext cx="2958437" cy="19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8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6A897-F7E7-5A88-D70E-1D68BE94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52450"/>
            <a:ext cx="9601200" cy="1485900"/>
          </a:xfrm>
        </p:spPr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Como se proteger: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5ABD6B-A03B-62FC-046B-7CF46B777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Usar senhas fortes e diferentes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Ativar verificação em duas etapas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Não clicar em links suspeitos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Manter antivírus atualizado e ativado</a:t>
            </a:r>
          </a:p>
          <a:p>
            <a:endParaRPr lang="pt-BR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B0302F47-53D1-0860-D401-AF5787FA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742" y="5363742"/>
            <a:ext cx="1494258" cy="149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6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992BC-7F6E-5FC7-F913-7E0A8031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Boas Praticas: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96227-2E90-5331-748B-3145CBE5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Não compartilhar dados pessoais e senhas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Cuidado com Wi-Fi público</a:t>
            </a:r>
          </a:p>
          <a:p>
            <a:endParaRPr lang="pt-BR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Sempre sair de contas em computadores públicos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Verificar se o site é seguro (HTTPS)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549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BD1D-6842-1FCA-FA58-F01083E6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pt-BR" b="1" i="1" u="sng" dirty="0">
                <a:latin typeface="Algerian" panose="04020705040A02060702" pitchFamily="82" charset="0"/>
              </a:rPr>
              <a:t>Conclusão: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3CB6E-F44C-0D22-C4D2-DEF9284A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Segurança digital é essencial 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Pequenas atitudes evitam grandes problemas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Navegar com consciência é a melhor proteção</a:t>
            </a:r>
          </a:p>
          <a:p>
            <a:endParaRPr lang="pt-BR" dirty="0"/>
          </a:p>
          <a:p>
            <a:r>
              <a:rPr lang="pt-BR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Ter conhecimentos sobre possíveis problemas dentro da internet</a:t>
            </a:r>
          </a:p>
        </p:txBody>
      </p:sp>
    </p:spTree>
    <p:extLst>
      <p:ext uri="{BB962C8B-B14F-4D97-AF65-F5344CB8AC3E}">
        <p14:creationId xmlns:p14="http://schemas.microsoft.com/office/powerpoint/2010/main" val="41346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1A6CB-97CC-DEEA-0A0B-C28571681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734" y="1009475"/>
            <a:ext cx="2492527" cy="1086238"/>
          </a:xfrm>
        </p:spPr>
        <p:txBody>
          <a:bodyPr/>
          <a:lstStyle/>
          <a:p>
            <a:r>
              <a:rPr lang="pt-BR" b="1" u="sng" dirty="0">
                <a:latin typeface="Algerian" panose="04020705040A02060702" pitchFamily="82" charset="0"/>
              </a:rPr>
              <a:t>FIM: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9BABCD-367B-C1C9-B8BF-F66F74330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2" y="4219169"/>
            <a:ext cx="6831673" cy="1086237"/>
          </a:xfrm>
        </p:spPr>
        <p:txBody>
          <a:bodyPr>
            <a:normAutofit fontScale="92500" lnSpcReduction="10000"/>
          </a:bodyPr>
          <a:lstStyle/>
          <a:p>
            <a:r>
              <a:rPr lang="pt-BR" b="1" i="1" u="sng" dirty="0">
                <a:latin typeface="Algerian" panose="04020705040A02060702" pitchFamily="82" charset="0"/>
              </a:rPr>
              <a:t>Nomes:</a:t>
            </a:r>
          </a:p>
          <a:p>
            <a:r>
              <a:rPr lang="pt-BR" dirty="0">
                <a:latin typeface="Arial Rounded MT Bold" panose="020F0704030504030204" pitchFamily="34" charset="0"/>
              </a:rPr>
              <a:t>Victor Ricardo Lopes Souza</a:t>
            </a:r>
          </a:p>
          <a:p>
            <a:r>
              <a:rPr lang="pt-BR" dirty="0">
                <a:latin typeface="Arial Rounded MT Bold" panose="020F0704030504030204" pitchFamily="34" charset="0"/>
              </a:rPr>
              <a:t>Pedro </a:t>
            </a:r>
            <a:r>
              <a:rPr lang="pt-BR" dirty="0" err="1">
                <a:latin typeface="Arial Rounded MT Bold" panose="020F0704030504030204" pitchFamily="34" charset="0"/>
              </a:rPr>
              <a:t>Chiquini</a:t>
            </a:r>
            <a:endParaRPr lang="pt-BR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45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68</TotalTime>
  <Words>181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Algerian</vt:lpstr>
      <vt:lpstr>Arial Rounded MT Bold</vt:lpstr>
      <vt:lpstr>Artifakt Element</vt:lpstr>
      <vt:lpstr>Bahnschrift Condensed</vt:lpstr>
      <vt:lpstr>Franklin Gothic Book</vt:lpstr>
      <vt:lpstr>Cortar</vt:lpstr>
      <vt:lpstr>Segurança na internet</vt:lpstr>
      <vt:lpstr>Sobre o Trabalho:</vt:lpstr>
      <vt:lpstr>O que é segurança na internet?</vt:lpstr>
      <vt:lpstr>Principais riscos:</vt:lpstr>
      <vt:lpstr>Como se proteger:</vt:lpstr>
      <vt:lpstr>Boas Praticas:</vt:lpstr>
      <vt:lpstr>Conclusão:</vt:lpstr>
      <vt:lpstr>FIM: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Fatec</dc:creator>
  <cp:lastModifiedBy>Fatec</cp:lastModifiedBy>
  <cp:revision>1</cp:revision>
  <dcterms:created xsi:type="dcterms:W3CDTF">2026-03-31T15:28:42Z</dcterms:created>
  <dcterms:modified xsi:type="dcterms:W3CDTF">2026-03-31T16:37:03Z</dcterms:modified>
</cp:coreProperties>
</file>