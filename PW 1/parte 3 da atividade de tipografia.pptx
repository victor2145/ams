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40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62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31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72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157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25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8333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56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30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827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79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0ED43-2AC6-407C-9D46-CBEAFE58BC16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1D9B6-E777-4643-BE6E-05C617B868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17020"/>
            <a:ext cx="9144000" cy="1293666"/>
          </a:xfrm>
        </p:spPr>
        <p:txBody>
          <a:bodyPr/>
          <a:lstStyle/>
          <a:p>
            <a:r>
              <a:rPr lang="pt-BR" dirty="0" smtClean="0">
                <a:latin typeface="Impact" panose="020B0806030902050204" pitchFamily="34" charset="0"/>
              </a:rPr>
              <a:t>Título</a:t>
            </a:r>
            <a:endParaRPr lang="pt-BR" dirty="0">
              <a:latin typeface="Impact" panose="020B080603090205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075242"/>
            <a:ext cx="9144000" cy="1655762"/>
          </a:xfrm>
        </p:spPr>
        <p:txBody>
          <a:bodyPr/>
          <a:lstStyle/>
          <a:p>
            <a:r>
              <a:rPr lang="pt-BR" dirty="0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Subtítulo </a:t>
            </a:r>
            <a:endParaRPr lang="pt-BR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504331" y="2903123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>
                <a:latin typeface="Georgia" panose="02040502050405020303" pitchFamily="18" charset="0"/>
              </a:rPr>
              <a:t>Parágrafo</a:t>
            </a:r>
            <a:endParaRPr lang="pt-BR" dirty="0">
              <a:latin typeface="Georgia" panose="02040502050405020303" pitchFamily="18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042986" y="3731004"/>
            <a:ext cx="2106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H1&gt;oi tudo bem?&lt;</a:t>
            </a:r>
          </a:p>
          <a:p>
            <a:r>
              <a:rPr lang="pt-BR" dirty="0" smtClean="0"/>
              <a:t>Simulação de 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8998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Impact</vt:lpstr>
      <vt:lpstr>Sans Serif Collection</vt:lpstr>
      <vt:lpstr>Tema do Office</vt:lpstr>
      <vt:lpstr>Título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Fatec</dc:creator>
  <cp:lastModifiedBy>Fatec</cp:lastModifiedBy>
  <cp:revision>2</cp:revision>
  <dcterms:created xsi:type="dcterms:W3CDTF">2026-03-26T18:00:50Z</dcterms:created>
  <dcterms:modified xsi:type="dcterms:W3CDTF">2026-03-26T18:03:49Z</dcterms:modified>
</cp:coreProperties>
</file>